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INTELLIGENCE BRIEF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JadePuffer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Complete LLM-Driven Ransomware Attack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320040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Sysdig Threat Research  ·  July 2026  ·  Source: Dark Reading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4937760"/>
            <a:ext cx="1828800" cy="205740"/>
          </a:xfrm>
          <a:prstGeom prst="rect">
            <a:avLst/>
          </a:prstGeom>
          <a:solidFill>
            <a:srgbClr val="E9456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8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Attack Chain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JadePuffer executed the first fully autonomous LLM-driven ransomware campaign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47472" cy="347472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22376" y="1810512"/>
            <a:ext cx="0" cy="475488"/>
          </a:xfrm>
          <a:prstGeom prst="line">
            <a:avLst/>
          </a:prstGeom>
          <a:noFill/>
          <a:ln w="15240">
            <a:solidFill>
              <a:srgbClr val="6B728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09728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Access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Exploited CVE-2025-3248, an unauthenticated RCE vulnerability in Langflow — an open-source AI app builder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350008"/>
            <a:ext cx="347472" cy="347472"/>
          </a:xfrm>
          <a:prstGeom prst="ellipse">
            <a:avLst/>
          </a:prstGeom>
          <a:solidFill>
            <a:srgbClr val="1F283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2376" y="2697480"/>
            <a:ext cx="0" cy="475488"/>
          </a:xfrm>
          <a:prstGeom prst="line">
            <a:avLst/>
          </a:prstGeom>
          <a:noFill/>
          <a:ln w="15240">
            <a:solidFill>
              <a:srgbClr val="6B728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097280" y="2304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5786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Pivoted from the compromised Langflow host to a production MySQL database server with a Nacos config service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236976"/>
            <a:ext cx="347472" cy="347472"/>
          </a:xfrm>
          <a:prstGeom prst="ellipse">
            <a:avLst/>
          </a:prstGeom>
          <a:solidFill>
            <a:srgbClr val="1F283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2376" y="3584448"/>
            <a:ext cx="0" cy="475488"/>
          </a:xfrm>
          <a:prstGeom prst="line">
            <a:avLst/>
          </a:prstGeom>
          <a:noFill/>
          <a:ln w="15240">
            <a:solidFill>
              <a:srgbClr val="6B728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097280" y="31912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Exfiltration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46557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Enumerated database contents, exfiltrated selected data via Base64-encoded Python payloads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123944"/>
            <a:ext cx="347472" cy="347472"/>
          </a:xfrm>
          <a:prstGeom prst="ellipse">
            <a:avLst/>
          </a:prstGeom>
          <a:solidFill>
            <a:srgbClr val="1F283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0782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Destruction &amp; Extortion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35254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the database and left an extortion note demanding payment in exchange for stolen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20640" y="141732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20640" y="1417320"/>
            <a:ext cx="36576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6" name="Text 24"/>
          <p:cNvSpPr/>
          <p:nvPr/>
        </p:nvSpPr>
        <p:spPr>
          <a:xfrm>
            <a:off x="5394960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Details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2103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Vector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94960" y="23225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 (CVE-2025-3248)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remote code execution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94960" y="28346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Delivery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94960" y="30540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Base64-encoded Python scripts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the Langflow RCE endpoint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94960" y="35661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Target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94960" y="37856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Internet-exposed MySQL database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Alibaba Nacos config service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0" y="42976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94960" y="45171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"JadePuffer" — agentic threat actor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by Sysdig Threat Research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8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Paradigm Shift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JadePuffer represents a fundamental change in how ransomware attacks are conducted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1645920"/>
            <a:ext cx="640080" cy="64008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344" y="179222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Threat Actor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2788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operator. The LLM autonomously chained reconnaissance, credential theft, lateral movement, persistence, and destruction — end to end.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141732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1960" y="1645920"/>
            <a:ext cx="640080" cy="64008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264" y="179222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Self-Narrating Code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74720" y="2788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Payloads contained natural-language reasoning, target prioritization, and detailed annotations — hallmarks of LLM-generated code, not human-written malware.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0760" y="141732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40880" y="1645920"/>
            <a:ext cx="640080" cy="64008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179222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Adaptation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63640" y="2788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 adapted in real time, re-attempting failed steps with refined parameters. A failed login became a working fix in just 31 seconds.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Shape 16"/>
          <p:cNvSpPr/>
          <p:nvPr/>
        </p:nvSpPr>
        <p:spPr>
          <a:xfrm>
            <a:off x="548640" y="4389120"/>
            <a:ext cx="54864" cy="5029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2" name="Text 17"/>
          <p:cNvSpPr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"Tradecraft that once implied a capable human now implies a capable model."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914400" y="46634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Michael Clark, Director of Threat Research, Sysdig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8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Defensive Actions Required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organizations in the wake of the first LLM-driven ransomware attack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581912"/>
            <a:ext cx="502920" cy="50292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82496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5087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Langflow to a release that fixes CVE-2025-3248 immediately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441448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2606040"/>
            <a:ext cx="502920" cy="50292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70662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53288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code-execution and validation endpoints from public Internet exposure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465576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5800" y="3630168"/>
            <a:ext cx="502920" cy="50292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730752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557016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Nacos configurations — audit access controls and network exposure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141732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892040" y="1581912"/>
            <a:ext cx="502920" cy="50292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1682496"/>
            <a:ext cx="301752" cy="3017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77840" y="15087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Unlink cloud provider API keys and credentials from AI orchestration servers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754880" y="2441448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892040" y="2606040"/>
            <a:ext cx="502920" cy="50292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24" y="2706624"/>
            <a:ext cx="301752" cy="30175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577840" y="253288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periodic snapshots to continuous visibility of Internet-facing assets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754880" y="3465576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892040" y="3630168"/>
            <a:ext cx="502920" cy="50292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3730752"/>
            <a:ext cx="301752" cy="30175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577840" y="3557016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AI-driven attacks will increase in volume and velocity as tooling matures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0" name="Text 22"/>
          <p:cNvSpPr/>
          <p:nvPr/>
        </p:nvSpPr>
        <p:spPr>
          <a:xfrm>
            <a:off x="548640" y="4709160"/>
            <a:ext cx="80467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attacker can move from discovery to impact in minutes. Defenders must match that speed.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JadePuffer - First Complete LLM-Driven Ransomware Attack</dc:title>
  <dc:subject>PptxGenJS Presentation</dc:subject>
  <dc:creator>Hermes Agent</dc:creator>
  <cp:lastModifiedBy>Hermes Agent</cp:lastModifiedBy>
  <cp:revision>1</cp:revision>
  <dcterms:created xsi:type="dcterms:W3CDTF">2026-07-07T07:55:23Z</dcterms:created>
  <dcterms:modified xsi:type="dcterms:W3CDTF">2026-07-07T07:55:23Z</dcterms:modified>
</cp:coreProperties>
</file>